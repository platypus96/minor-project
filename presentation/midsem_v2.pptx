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E3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376C"/>
                </a:solidFill>
              </a:rPr>
              <a:t>Indian Institute of Information Technology Allahabad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76C"/>
                </a:solidFill>
              </a:rPr>
              <a:t>Bandwidth vs. Time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E33B2E"/>
                </a:solidFill>
              </a:rPr>
              <a:t>Semantic S2S vs. S2T2S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2697480"/>
            <a:ext cx="12188952" cy="2540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Minor Project — Mid-Semester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4444"/>
                </a:solidFill>
              </a:rPr>
              <a:t>End-to-End Semantic Speech Communication over Wireless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776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555555"/>
                </a:solidFill>
              </a:rPr>
              <a:t>Pipeline Stack:  FunASR SenseVoice   •   DeepSC Transformer   •   Kokoro-82M TTS   •   AWGN / Rayleigh / Rician Channels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Introduction: The Research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What is Semantic Communication?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Classical systems transmit bits faithfully — they do not understand meaning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Semantic communication transmits the intended meaning, not raw waveforms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Goal: use AI models to compress and reconstruct speech by understanding it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The Central Research Question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Should we convert speech → text → speech  (S2T2S) for maximum compression?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Or transmit direct neural audio tokens  (S2S) for real-time streaming?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The Paradox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On modern 4G/5G networks, transmitting 1 KB of data takes &lt; 3 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Transmission delay ≈ 0 ms  →  all delay is from computation &amp; buffering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ITU-T G.114 standard: voice delay must be &lt; 200 ms for natural conversation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 achieves lower bandwidth BUT causes 5,000 – 29,000 ms of latency!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Architecture: The Two Competing Pipelines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11612880" cy="2286000"/>
          </a:xfrm>
          <a:prstGeom prst="rect">
            <a:avLst/>
          </a:prstGeom>
          <a:solidFill>
            <a:srgbClr val="F0F4FF"/>
          </a:solidFill>
          <a:ln>
            <a:solidFill>
              <a:srgbClr val="1A37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376C"/>
                </a:solidFill>
              </a:rPr>
              <a:t>Pipeline B — Cascade S2T2S  (Our Implementation)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Mic Input  →  SenseVoice ASR (buffers full phrase)  →  Text + Emotion + Gender  →  DeepSC Encoder  →  Wireless Channel (AWGN / Rayleigh / Rician)  →  DeepSC Decoder  →  Kokoro TTS (needs full sentence)  →  Speaker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468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33B2E"/>
                </a:solidFill>
              </a:rPr>
              <a:t>Bottleneck: Must buffer entire sentence before ANY audio is produced   |   Scaling: O(N) with speech duration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566160"/>
            <a:ext cx="11612880" cy="2286000"/>
          </a:xfrm>
          <a:prstGeom prst="rect">
            <a:avLst/>
          </a:prstGeom>
          <a:solidFill>
            <a:srgbClr val="F0FFF3"/>
          </a:solidFill>
          <a:ln>
            <a:solidFill>
              <a:srgbClr val="22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611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8844"/>
                </a:solidFill>
              </a:rPr>
              <a:t>Pipeline A — Direct Semantic S2S  (Baseline Comparison: SpeechTokenizer / Mimi / EnCodec)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416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Mic Input  →  Neural Audio Tokenizer (20 ms frame)  →  Discrete Semantic Tokens  →  Wireless Channel  →  Streaming Neural Vocoder  →  Speaker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463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8844"/>
                </a:solidFill>
              </a:rPr>
              <a:t>No buffering required: first audio out in 43–63 ms   |   Scaling: O(1) — constant regardless of duration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Experimental Design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2200" b="1">
                <a:solidFill>
                  <a:srgbClr val="1A376C"/>
                </a:solidFill>
              </a:rPr>
              <a:t>What We Measured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Time-to-First-Audio (TTFA) in milliseconds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Effective Bitrate (bps) — bandwidth usage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Real-Time Factor (RTF = Processing Time / Audio Duration)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Semantic BLEU Score — meaning preservation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1A376C"/>
                </a:solidFill>
              </a:rPr>
              <a:t>Test Conditions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3 Wireless Channels: AWGN, Rayleigh Fading, Rician Fading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6 SNR Levels: -5, 0, 5, 10, 15, 20 dB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4 Audio Durations: 3.1s, 7.2s, 10.7s, 24.7s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Total: 72 main trials + 216 SNR sweep trials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35040" y="128016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Pipeline B (S2T2S)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Pipeline A (S2S)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Bitrate (bps)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~622 – 1,077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~1,100 – 1,500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Algorithmic Lookahead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500 – 2,000 ms (phrase)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20 – 50 ms (frame)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Inference Steps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ASR → DeepSC → TTS (3×)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Single tokenizer + vocoder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TTFA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800 – 29,000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43 – 63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ITU-T G.114 Pass?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NO  (violated 25×–145×)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YES  (&lt; 200 ms)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3504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2×2 Benchmark Matrix — Bandwidth vs. Latency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 1: Bandwidth Comparison</a:t>
            </a:r>
          </a:p>
        </p:txBody>
      </p:sp>
      <p:pic>
        <p:nvPicPr>
          <p:cNvPr id="4" name="Picture 3" descr="bandwidt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59436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88720"/>
            <a:ext cx="5394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Key Findings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 uses 622 – 1,077 bps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S2S uses 1,100 – 1,500 bps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 saves 1.4× to 1.5×  bandwidth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Why S2T2S Wins on Bandwidth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Text is ultra-dense: 50-100 words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000000"/>
                </a:solidFill>
              </a:rPr>
              <a:t>  per min = ~100-150 bps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Neural audio tokens require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000000"/>
                </a:solidFill>
              </a:rPr>
              <a:t>  multiple codebook levels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Implication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For bandwidth-scarce links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000000"/>
                </a:solidFill>
              </a:rPr>
              <a:t>  (satellite, IoT), S2T2S is better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But only if latency is acceptable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 2: Time-to-First-Audio (TTFA) — The Critical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188720"/>
            <a:ext cx="52120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Empirical TTFA Results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S2S (Mimi):             43 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S2S (SpeechTokenizer):  63 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 — Short audio:  5,278 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 — Long audio:  29,169 ms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S2S is 186× Faster on Average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Why the Huge Gap?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ASR buffers entire sentence before</a:t>
            </a:r>
          </a:p>
          <a:p>
            <a:pPr algn="l">
              <a:spcBef>
                <a:spcPts val="600"/>
              </a:spcBef>
            </a:pPr>
            <a:r>
              <a:rPr sz="2100" b="0">
                <a:solidFill>
                  <a:srgbClr val="000000"/>
                </a:solidFill>
              </a:rPr>
              <a:t>  outputting first word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TTS needs full sentence for pitch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Both models run in sequence (cascade)</a:t>
            </a:r>
          </a:p>
          <a:p>
            <a:pPr>
              <a:spcBef>
                <a:spcPts val="400"/>
              </a:spcBef>
            </a:pPr>
          </a:p>
          <a:p>
            <a:pPr algn="l">
              <a:spcBef>
                <a:spcPts val="600"/>
              </a:spcBef>
            </a:pPr>
            <a:r>
              <a:rPr sz="2300" b="1">
                <a:solidFill>
                  <a:srgbClr val="1A376C"/>
                </a:solidFill>
              </a:rPr>
              <a:t>ITU-T G.114 Threshold = 200 ms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S2S: PASSES (43–63 ms)</a:t>
            </a:r>
          </a:p>
          <a:p>
            <a:pPr algn="l">
              <a:spcBef>
                <a:spcPts val="600"/>
              </a:spcBef>
            </a:pPr>
            <a:r>
              <a:rPr sz="2200" b="0">
                <a:solidFill>
                  <a:srgbClr val="000000"/>
                </a:solidFill>
              </a:rPr>
              <a:t>• S2T2S: FAILS by 25× to 145×</a:t>
            </a:r>
          </a:p>
        </p:txBody>
      </p:sp>
      <p:pic>
        <p:nvPicPr>
          <p:cNvPr id="5" name="Picture 4" descr="ttf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143000"/>
            <a:ext cx="62179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Core Finding: Pareto Frontier — No Universal Winner</a:t>
            </a:r>
          </a:p>
        </p:txBody>
      </p:sp>
      <p:pic>
        <p:nvPicPr>
          <p:cNvPr id="4" name="Picture 3" descr="tradeoff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858000" cy="51206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280160"/>
          <a:ext cx="4572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</a:tblGrid>
              <a:tr h="69494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Operating Regime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Pipeline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Real-time voice
(VoIP, calls)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Semantic S2S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TTFA &lt; 200 ms
(ITU compliant)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Asynchronous msg
(IoT, satellite)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S2T2S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1.4× lower
bandwidth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Interactive apps
(video calls)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Semantic S2S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No noticeable
lag for users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Deep-space / rural
low-bandwidth links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S2T2S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Text fits in
narrow channels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48920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376C"/>
                </a:solidFill>
              </a:rPr>
              <a:t>CONCLUSION:  Both pipelines are Pareto-optimal.
S2S dominates for real-time conversation.
S2T2S dominates for bandwidth-limited async links.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Implementation Stack: Technologies Used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6128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Key Spec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Speech Recognition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FunASR SenseVoice-Small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Convert speech to text
+ extract emotion/gender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Non-autoregressive
Transformer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Semantic 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DeepSC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Joint Source-Channel
Coding (JSCC)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4-layer, 128-dim,
22,234 vocab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Wireless Channel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AWGN / Rayleigh / Rician
(Custom PyTorch sim)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Simulate RF noise
and fading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SNR: -5 to +20 dB
Zero-Forcing EQ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Speech Synthesis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Kokoro-82M TTS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Reconstruct speech
from decoded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82M params
24 kHz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S2S Baselines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SpeechTokenizer, Mimi,
EnCodec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Direct neural audio
tokenization (RVQ)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12.5–20 ms frames
1.1–1.5 kbps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Demo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Gradio Web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Live interactive demo
at localhost:7860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000000"/>
                          </a:solidFill>
                        </a:rPr>
                        <a:t>3 tabs:
Pipeline / Channel /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Paper / System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Authors &amp; Venue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Key Contribution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Relevance to Our Work</a:t>
                      </a:r>
                    </a:p>
                  </a:txBody>
                  <a:tcPr>
                    <a:solidFill>
                      <a:srgbClr val="1A376C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DeepSC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Xie et al., IEEE TSP 2021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First Transformer-based
Joint Source-Channel Coding (JSCC)
for text over wireless channels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Core semantic encoder/decoder
in our S2T2S pipeline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SpeechTokenizer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Zhang et al., ICLR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Disentangled RVQ speech codec:
codebook 1 = semantic (HuBERT),
codebooks 2-8 = acoustic detail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Primary S2S baseline; 20ms frames,
1.5 kbps, TTFA = 63ms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Kyutai Mimi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Défossez et al., 2024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Ultra-low latency streaming codec
(backbone of Moshi voice assistant)
12.5 Hz frame rate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Lowest TTFA baseline: 43ms
at only 1.1 kbps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EnCodec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Défossez et al., ICML 2023
(Meta AI)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Neural audio codec using
residual vector quantization + adversarial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Third S2S baseline;
1.5 kbps, TTFA = 54.9ms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ITU-T G.114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International Telecom Union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Defines max one-way voice delay
for natural conversation: 150ms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Threshold used to evaluate
which pipelines support real-time calls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4458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Shannon Semantic Levels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Weaver, 1949; Shannon, 1948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Three-level comm. model:
Technical → Semantic → Effectiveness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</a:rPr>
                        <a:t>Theoretical foundation for
why meaning matters beyond bits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[1]  H. Xie, Z. Qin, G. Y. Li, and B.-H. Juang, 'Deep Learning Enabled Semantic Communication Systems,' IEEE Transactions on Signal Processing, vol. 69, pp. 2663-2675, 2021.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[2]  X. Zhang, R. Zhang, Y. Li, et al., 'SpeechTokenizer: Unified Speech Tokenizer for Speech Language Models,' International Conference on Learning Representations (ICLR), 2024.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[3]  A. Défossez, J. Copet, G. Synnaeve, and Y. Adi, 'High Fidelity Neural Audio Compression (EnCodec),' Transactions on Machine Learning Research (TMLR) / ICML 2023.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[4]  A. Défossez et al., 'Moshi: A Speech-Text Foundation Model for Real-Time Dialogue (Mimi Codec),' Kyutai Technical Report, 2024.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[5]  ITU-T Recommendation G.114, 'One-way Delay,' International Telecommunication Union, 2003.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[6]  W. Weaver and C. E. Shannon, 'The Mathematical Theory of Communication,' University of Illinois Press, 1949.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[7]  FunASR: A Fundamental End-to-End Speech Recognition Toolkit (SenseVoice), Alibaba DAMO Academy / ModelScope, 2023.</a:t>
            </a:r>
          </a:p>
          <a:p>
            <a:pPr>
              <a:spcBef>
                <a:spcPts val="800"/>
              </a:spcBef>
            </a:pPr>
            <a:r>
              <a:rPr sz="1700">
                <a:solidFill>
                  <a:srgbClr val="000000"/>
                </a:solidFill>
              </a:rPr>
              <a:t>[8]  Kokoro-82M: Open-weight TTS model, HexGrad / Hugging Face,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